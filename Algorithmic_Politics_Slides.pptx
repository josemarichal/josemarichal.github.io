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Politics in the Algorithmic 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Global Politics 101</a:t>
            </a:r>
          </a:p>
          <a:p>
            <a:r>
              <a:t>Topic: The Algorithmic Social Contract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Algorithmic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Entering the Algorithmic Age</a:t>
            </a:r>
          </a:p>
          <a:p/>
          <a:p>
            <a:r>
              <a:t>• Definition: Digital interactions (likes, swipes) broken into Nodes (things) and Edges (attributes).</a:t>
            </a:r>
          </a:p>
          <a:p>
            <a:r>
              <a:t>• The Shift: Pre-2010 focused on understanding humans. Post-2010 focuses on predicting behavior.</a:t>
            </a:r>
          </a:p>
          <a:p>
            <a:r>
              <a:t>• Key Takeaway: Transition from surveillance for marketing to predictive modeling for behavioral replication.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Logic of the Social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Political Legitimacy and Authority</a:t>
            </a:r>
          </a:p>
          <a:p/>
          <a:p>
            <a:r>
              <a:t>• Theory: Rational actors surrender freedom to authority for benefits.</a:t>
            </a:r>
          </a:p>
          <a:p>
            <a:r>
              <a:t>• Hobbes: Cede rights for protection (security).</a:t>
            </a:r>
          </a:p>
          <a:p>
            <a:r>
              <a:t>• Locke: Cede power to preserve rights (life, liberty, property).</a:t>
            </a:r>
          </a:p>
          <a:p>
            <a:r>
              <a:t>• Rousseau: Submit to 'General Will' for meaning.</a:t>
            </a:r>
          </a:p>
          <a:p>
            <a:r>
              <a:t>• Relevance: Explains our relationship with digital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Algorithmic Social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Terms of the New Deal</a:t>
            </a:r>
          </a:p>
          <a:p/>
          <a:p>
            <a:r>
              <a:t>• The Problem: Infinite information causes 'Anxiety of Choice'.</a:t>
            </a:r>
          </a:p>
          <a:p>
            <a:r>
              <a:t>• The Exchange: We cede curational autonomy to algorithms.</a:t>
            </a:r>
          </a:p>
          <a:p>
            <a:r>
              <a:t>• The Benefit: Reduced anxiety, comfort, filtered dissonance.</a:t>
            </a:r>
          </a:p>
          <a:p>
            <a:r>
              <a:t>• The Cost: Data extraction, surveillance, consumer clustering.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Paradox of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vs. Reflection</a:t>
            </a:r>
          </a:p>
          <a:p/>
          <a:p>
            <a:r>
              <a:t>• The Promise: Early internet promised authentic self-expression.</a:t>
            </a:r>
          </a:p>
          <a:p>
            <a:r>
              <a:t>• The Reality: Must modify voice to be 'heard' by algorithms.</a:t>
            </a:r>
          </a:p>
          <a:p>
            <a:r>
              <a:t>• Voice (Monetizable): Immediate, instinctive, reactionary.</a:t>
            </a:r>
          </a:p>
          <a:p>
            <a:r>
              <a:t>• Reflection (Hard to Monetize): Slow, thoughtful.</a:t>
            </a:r>
          </a:p>
          <a:p>
            <a:r>
              <a:t>• Result: Malleable identity performed for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 of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Opinion as Supply and Demand</a:t>
            </a:r>
          </a:p>
          <a:p/>
          <a:p>
            <a:r>
              <a:t>• Datafication: Human expression tokenized for AI training.</a:t>
            </a:r>
          </a:p>
          <a:p>
            <a:r>
              <a:t>• Market Incentive: Constant supply of 'voice' needed.</a:t>
            </a:r>
          </a:p>
          <a:p>
            <a:r>
              <a:t>• Habitual Engagement: Production of opinion becomes habit.</a:t>
            </a:r>
          </a:p>
          <a:p>
            <a:r>
              <a:t>• The Intelligence Gap: Bots vs Humans matters less than the data generated.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Outlier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vs. Territory</a:t>
            </a:r>
          </a:p>
          <a:p/>
          <a:p>
            <a:r>
              <a:t>• Traditional Science: Simple models (parsimony), accepted outliers.</a:t>
            </a:r>
          </a:p>
          <a:p>
            <a:r>
              <a:t>• AI Revolution: Billions of parameters to force 'fit'.</a:t>
            </a:r>
          </a:p>
          <a:p>
            <a:r>
              <a:t>• Goal: Prediction (what happens next) over Explanation (why).</a:t>
            </a:r>
          </a:p>
          <a:p>
            <a:r>
              <a:t>• The Friction: Humans are complex/contingent and don't fit static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Habitus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Conforming to the Code</a:t>
            </a:r>
          </a:p>
          <a:p/>
          <a:p>
            <a:r>
              <a:t>• The Danger: If we are too unpredictable, we must change.</a:t>
            </a:r>
          </a:p>
          <a:p>
            <a:r>
              <a:t>• Machine Habitus: Subconsciously sorting/classifying ourselves to match the algorithm.</a:t>
            </a:r>
          </a:p>
          <a:p>
            <a:r>
              <a:t>• Optimization: Moving towards the 'Local Minima' - adapting to the model's simplicity.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